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5BED6-D2C8-48E9-8E19-E4543D060DF4}" v="10" dt="2021-07-29T20:06:16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afi, Tahmina (Cognizant)" userId="2378ec7c-debc-458e-9fa5-663052db2aac" providerId="ADAL" clId="{66B5BED6-D2C8-48E9-8E19-E4543D060DF4}"/>
    <pc:docChg chg="undo custSel addSld delSld modSld sldOrd">
      <pc:chgData name="Yousafi, Tahmina (Cognizant)" userId="2378ec7c-debc-458e-9fa5-663052db2aac" providerId="ADAL" clId="{66B5BED6-D2C8-48E9-8E19-E4543D060DF4}" dt="2021-07-29T21:08:40.497" v="973" actId="20577"/>
      <pc:docMkLst>
        <pc:docMk/>
      </pc:docMkLst>
      <pc:sldChg chg="new del">
        <pc:chgData name="Yousafi, Tahmina (Cognizant)" userId="2378ec7c-debc-458e-9fa5-663052db2aac" providerId="ADAL" clId="{66B5BED6-D2C8-48E9-8E19-E4543D060DF4}" dt="2021-07-29T17:48:02.736" v="1" actId="2696"/>
        <pc:sldMkLst>
          <pc:docMk/>
          <pc:sldMk cId="641653597" sldId="258"/>
        </pc:sldMkLst>
      </pc:sldChg>
      <pc:sldChg chg="addSp delSp modSp new mod">
        <pc:chgData name="Yousafi, Tahmina (Cognizant)" userId="2378ec7c-debc-458e-9fa5-663052db2aac" providerId="ADAL" clId="{66B5BED6-D2C8-48E9-8E19-E4543D060DF4}" dt="2021-07-29T17:53:16.434" v="141" actId="20577"/>
        <pc:sldMkLst>
          <pc:docMk/>
          <pc:sldMk cId="3780427153" sldId="258"/>
        </pc:sldMkLst>
        <pc:spChg chg="mod">
          <ac:chgData name="Yousafi, Tahmina (Cognizant)" userId="2378ec7c-debc-458e-9fa5-663052db2aac" providerId="ADAL" clId="{66B5BED6-D2C8-48E9-8E19-E4543D060DF4}" dt="2021-07-29T17:48:36.491" v="39" actId="20577"/>
          <ac:spMkLst>
            <pc:docMk/>
            <pc:sldMk cId="3780427153" sldId="258"/>
            <ac:spMk id="2" creationId="{395DA12D-AF2D-4DA2-8AD0-51B0598DF835}"/>
          </ac:spMkLst>
        </pc:spChg>
        <pc:spChg chg="mod">
          <ac:chgData name="Yousafi, Tahmina (Cognizant)" userId="2378ec7c-debc-458e-9fa5-663052db2aac" providerId="ADAL" clId="{66B5BED6-D2C8-48E9-8E19-E4543D060DF4}" dt="2021-07-29T17:53:16.434" v="141" actId="20577"/>
          <ac:spMkLst>
            <pc:docMk/>
            <pc:sldMk cId="3780427153" sldId="258"/>
            <ac:spMk id="3" creationId="{0B10033C-2010-47FF-931A-2D75194E62D6}"/>
          </ac:spMkLst>
        </pc:spChg>
        <pc:spChg chg="mod">
          <ac:chgData name="Yousafi, Tahmina (Cognizant)" userId="2378ec7c-debc-458e-9fa5-663052db2aac" providerId="ADAL" clId="{66B5BED6-D2C8-48E9-8E19-E4543D060DF4}" dt="2021-07-29T17:53:05.891" v="134" actId="20577"/>
          <ac:spMkLst>
            <pc:docMk/>
            <pc:sldMk cId="3780427153" sldId="258"/>
            <ac:spMk id="4" creationId="{3B3B5BF9-CCCE-4B17-AFFF-C997F1F4CB58}"/>
          </ac:spMkLst>
        </pc:spChg>
        <pc:spChg chg="add del">
          <ac:chgData name="Yousafi, Tahmina (Cognizant)" userId="2378ec7c-debc-458e-9fa5-663052db2aac" providerId="ADAL" clId="{66B5BED6-D2C8-48E9-8E19-E4543D060DF4}" dt="2021-07-29T17:48:24.119" v="10"/>
          <ac:spMkLst>
            <pc:docMk/>
            <pc:sldMk cId="3780427153" sldId="258"/>
            <ac:spMk id="5" creationId="{1996770C-B6F1-4437-8A20-47BCAC0385AF}"/>
          </ac:spMkLst>
        </pc:spChg>
        <pc:spChg chg="add del mod">
          <ac:chgData name="Yousafi, Tahmina (Cognizant)" userId="2378ec7c-debc-458e-9fa5-663052db2aac" providerId="ADAL" clId="{66B5BED6-D2C8-48E9-8E19-E4543D060DF4}" dt="2021-07-29T17:48:23.614" v="9"/>
          <ac:spMkLst>
            <pc:docMk/>
            <pc:sldMk cId="3780427153" sldId="258"/>
            <ac:spMk id="6" creationId="{B4D5D4DD-2BE7-4FC8-AD5C-7012EFCFABE6}"/>
          </ac:spMkLst>
        </pc:spChg>
        <pc:spChg chg="add del mod">
          <ac:chgData name="Yousafi, Tahmina (Cognizant)" userId="2378ec7c-debc-458e-9fa5-663052db2aac" providerId="ADAL" clId="{66B5BED6-D2C8-48E9-8E19-E4543D060DF4}" dt="2021-07-29T17:48:23.614" v="9"/>
          <ac:spMkLst>
            <pc:docMk/>
            <pc:sldMk cId="3780427153" sldId="258"/>
            <ac:spMk id="7" creationId="{BAB31677-2E30-4572-BDA7-978A1F897932}"/>
          </ac:spMkLst>
        </pc:spChg>
        <pc:spChg chg="add mod">
          <ac:chgData name="Yousafi, Tahmina (Cognizant)" userId="2378ec7c-debc-458e-9fa5-663052db2aac" providerId="ADAL" clId="{66B5BED6-D2C8-48E9-8E19-E4543D060DF4}" dt="2021-07-29T17:48:43.716" v="47" actId="20577"/>
          <ac:spMkLst>
            <pc:docMk/>
            <pc:sldMk cId="3780427153" sldId="258"/>
            <ac:spMk id="8" creationId="{EF09E7B1-2F0B-43FE-8FB2-3035E6D408ED}"/>
          </ac:spMkLst>
        </pc:spChg>
      </pc:sldChg>
      <pc:sldChg chg="addSp modSp new mod">
        <pc:chgData name="Yousafi, Tahmina (Cognizant)" userId="2378ec7c-debc-458e-9fa5-663052db2aac" providerId="ADAL" clId="{66B5BED6-D2C8-48E9-8E19-E4543D060DF4}" dt="2021-07-29T17:58:20.766" v="164" actId="962"/>
        <pc:sldMkLst>
          <pc:docMk/>
          <pc:sldMk cId="1648836224" sldId="259"/>
        </pc:sldMkLst>
        <pc:spChg chg="mod">
          <ac:chgData name="Yousafi, Tahmina (Cognizant)" userId="2378ec7c-debc-458e-9fa5-663052db2aac" providerId="ADAL" clId="{66B5BED6-D2C8-48E9-8E19-E4543D060DF4}" dt="2021-07-29T17:58:10.275" v="160" actId="20577"/>
          <ac:spMkLst>
            <pc:docMk/>
            <pc:sldMk cId="1648836224" sldId="259"/>
            <ac:spMk id="2" creationId="{DD3A6772-C48F-4343-B595-61C955F776D0}"/>
          </ac:spMkLst>
        </pc:spChg>
        <pc:picChg chg="add mod">
          <ac:chgData name="Yousafi, Tahmina (Cognizant)" userId="2378ec7c-debc-458e-9fa5-663052db2aac" providerId="ADAL" clId="{66B5BED6-D2C8-48E9-8E19-E4543D060DF4}" dt="2021-07-29T17:58:20.766" v="164" actId="962"/>
          <ac:picMkLst>
            <pc:docMk/>
            <pc:sldMk cId="1648836224" sldId="259"/>
            <ac:picMk id="4" creationId="{117906EE-82EB-4AAB-A63C-3086DE2F59BF}"/>
          </ac:picMkLst>
        </pc:picChg>
      </pc:sldChg>
      <pc:sldChg chg="addSp modSp new mod">
        <pc:chgData name="Yousafi, Tahmina (Cognizant)" userId="2378ec7c-debc-458e-9fa5-663052db2aac" providerId="ADAL" clId="{66B5BED6-D2C8-48E9-8E19-E4543D060DF4}" dt="2021-07-29T18:15:33.033" v="321" actId="1076"/>
        <pc:sldMkLst>
          <pc:docMk/>
          <pc:sldMk cId="3369864457" sldId="260"/>
        </pc:sldMkLst>
        <pc:spChg chg="mod">
          <ac:chgData name="Yousafi, Tahmina (Cognizant)" userId="2378ec7c-debc-458e-9fa5-663052db2aac" providerId="ADAL" clId="{66B5BED6-D2C8-48E9-8E19-E4543D060DF4}" dt="2021-07-29T18:15:30.186" v="320" actId="1076"/>
          <ac:spMkLst>
            <pc:docMk/>
            <pc:sldMk cId="3369864457" sldId="260"/>
            <ac:spMk id="2" creationId="{EBF95D8F-BDE6-444C-AD84-6EAF8AA49F16}"/>
          </ac:spMkLst>
        </pc:spChg>
        <pc:spChg chg="mod">
          <ac:chgData name="Yousafi, Tahmina (Cognizant)" userId="2378ec7c-debc-458e-9fa5-663052db2aac" providerId="ADAL" clId="{66B5BED6-D2C8-48E9-8E19-E4543D060DF4}" dt="2021-07-29T18:15:33.033" v="321" actId="1076"/>
          <ac:spMkLst>
            <pc:docMk/>
            <pc:sldMk cId="3369864457" sldId="260"/>
            <ac:spMk id="3" creationId="{2E4B4461-43D7-40A4-B1B3-23C1608E3FB3}"/>
          </ac:spMkLst>
        </pc:spChg>
        <pc:picChg chg="add mod">
          <ac:chgData name="Yousafi, Tahmina (Cognizant)" userId="2378ec7c-debc-458e-9fa5-663052db2aac" providerId="ADAL" clId="{66B5BED6-D2C8-48E9-8E19-E4543D060DF4}" dt="2021-07-29T18:15:13.953" v="318" actId="1076"/>
          <ac:picMkLst>
            <pc:docMk/>
            <pc:sldMk cId="3369864457" sldId="260"/>
            <ac:picMk id="5" creationId="{B81E0996-430C-4658-9A30-42BD9A3D8B6A}"/>
          </ac:picMkLst>
        </pc:picChg>
        <pc:picChg chg="add mod">
          <ac:chgData name="Yousafi, Tahmina (Cognizant)" userId="2378ec7c-debc-458e-9fa5-663052db2aac" providerId="ADAL" clId="{66B5BED6-D2C8-48E9-8E19-E4543D060DF4}" dt="2021-07-29T18:15:13.953" v="318" actId="1076"/>
          <ac:picMkLst>
            <pc:docMk/>
            <pc:sldMk cId="3369864457" sldId="260"/>
            <ac:picMk id="7" creationId="{968BBD51-15EF-4504-9A82-9EAEA508C5ED}"/>
          </ac:picMkLst>
        </pc:picChg>
        <pc:picChg chg="add mod">
          <ac:chgData name="Yousafi, Tahmina (Cognizant)" userId="2378ec7c-debc-458e-9fa5-663052db2aac" providerId="ADAL" clId="{66B5BED6-D2C8-48E9-8E19-E4543D060DF4}" dt="2021-07-29T18:15:13.953" v="318" actId="1076"/>
          <ac:picMkLst>
            <pc:docMk/>
            <pc:sldMk cId="3369864457" sldId="260"/>
            <ac:picMk id="9" creationId="{F49648CE-38EB-4FF2-8EF7-1A532169A7F0}"/>
          </ac:picMkLst>
        </pc:picChg>
      </pc:sldChg>
      <pc:sldChg chg="modSp new del mod">
        <pc:chgData name="Yousafi, Tahmina (Cognizant)" userId="2378ec7c-debc-458e-9fa5-663052db2aac" providerId="ADAL" clId="{66B5BED6-D2C8-48E9-8E19-E4543D060DF4}" dt="2021-07-29T18:00:04.115" v="171" actId="2696"/>
        <pc:sldMkLst>
          <pc:docMk/>
          <pc:sldMk cId="3743218598" sldId="260"/>
        </pc:sldMkLst>
        <pc:spChg chg="mod">
          <ac:chgData name="Yousafi, Tahmina (Cognizant)" userId="2378ec7c-debc-458e-9fa5-663052db2aac" providerId="ADAL" clId="{66B5BED6-D2C8-48E9-8E19-E4543D060DF4}" dt="2021-07-29T17:58:35.652" v="170" actId="20577"/>
          <ac:spMkLst>
            <pc:docMk/>
            <pc:sldMk cId="3743218598" sldId="260"/>
            <ac:spMk id="2" creationId="{A56B1779-0686-4A01-9CC0-BBA5C86BA7F5}"/>
          </ac:spMkLst>
        </pc:spChg>
      </pc:sldChg>
      <pc:sldChg chg="new del">
        <pc:chgData name="Yousafi, Tahmina (Cognizant)" userId="2378ec7c-debc-458e-9fa5-663052db2aac" providerId="ADAL" clId="{66B5BED6-D2C8-48E9-8E19-E4543D060DF4}" dt="2021-07-29T18:12:00.490" v="293" actId="680"/>
        <pc:sldMkLst>
          <pc:docMk/>
          <pc:sldMk cId="2457621649" sldId="261"/>
        </pc:sldMkLst>
      </pc:sldChg>
      <pc:sldChg chg="delSp modSp new mod ord">
        <pc:chgData name="Yousafi, Tahmina (Cognizant)" userId="2378ec7c-debc-458e-9fa5-663052db2aac" providerId="ADAL" clId="{66B5BED6-D2C8-48E9-8E19-E4543D060DF4}" dt="2021-07-29T21:03:41.918" v="956"/>
        <pc:sldMkLst>
          <pc:docMk/>
          <pc:sldMk cId="2538280240" sldId="261"/>
        </pc:sldMkLst>
        <pc:spChg chg="mod">
          <ac:chgData name="Yousafi, Tahmina (Cognizant)" userId="2378ec7c-debc-458e-9fa5-663052db2aac" providerId="ADAL" clId="{66B5BED6-D2C8-48E9-8E19-E4543D060DF4}" dt="2021-07-29T18:12:10.968" v="298" actId="20577"/>
          <ac:spMkLst>
            <pc:docMk/>
            <pc:sldMk cId="2538280240" sldId="261"/>
            <ac:spMk id="2" creationId="{D036BE3D-0A3F-4F9E-B3BD-AAE544C0042D}"/>
          </ac:spMkLst>
        </pc:spChg>
        <pc:spChg chg="del">
          <ac:chgData name="Yousafi, Tahmina (Cognizant)" userId="2378ec7c-debc-458e-9fa5-663052db2aac" providerId="ADAL" clId="{66B5BED6-D2C8-48E9-8E19-E4543D060DF4}" dt="2021-07-29T18:12:13.366" v="299" actId="21"/>
          <ac:spMkLst>
            <pc:docMk/>
            <pc:sldMk cId="2538280240" sldId="261"/>
            <ac:spMk id="3" creationId="{103C052E-21C7-4A24-9AA5-7A52D8EEC3BC}"/>
          </ac:spMkLst>
        </pc:spChg>
      </pc:sldChg>
      <pc:sldChg chg="new del">
        <pc:chgData name="Yousafi, Tahmina (Cognizant)" userId="2378ec7c-debc-458e-9fa5-663052db2aac" providerId="ADAL" clId="{66B5BED6-D2C8-48E9-8E19-E4543D060DF4}" dt="2021-07-29T20:06:13.693" v="323" actId="680"/>
        <pc:sldMkLst>
          <pc:docMk/>
          <pc:sldMk cId="2679691404" sldId="262"/>
        </pc:sldMkLst>
      </pc:sldChg>
      <pc:sldChg chg="modSp add mod ord">
        <pc:chgData name="Yousafi, Tahmina (Cognizant)" userId="2378ec7c-debc-458e-9fa5-663052db2aac" providerId="ADAL" clId="{66B5BED6-D2C8-48E9-8E19-E4543D060DF4}" dt="2021-07-29T21:08:40.497" v="973" actId="20577"/>
        <pc:sldMkLst>
          <pc:docMk/>
          <pc:sldMk cId="4141395659" sldId="262"/>
        </pc:sldMkLst>
        <pc:spChg chg="mod">
          <ac:chgData name="Yousafi, Tahmina (Cognizant)" userId="2378ec7c-debc-458e-9fa5-663052db2aac" providerId="ADAL" clId="{66B5BED6-D2C8-48E9-8E19-E4543D060DF4}" dt="2021-07-29T20:06:26.337" v="341" actId="20577"/>
          <ac:spMkLst>
            <pc:docMk/>
            <pc:sldMk cId="4141395659" sldId="262"/>
            <ac:spMk id="2" creationId="{395DA12D-AF2D-4DA2-8AD0-51B0598DF835}"/>
          </ac:spMkLst>
        </pc:spChg>
        <pc:spChg chg="mod">
          <ac:chgData name="Yousafi, Tahmina (Cognizant)" userId="2378ec7c-debc-458e-9fa5-663052db2aac" providerId="ADAL" clId="{66B5BED6-D2C8-48E9-8E19-E4543D060DF4}" dt="2021-07-29T20:11:36.740" v="954" actId="20577"/>
          <ac:spMkLst>
            <pc:docMk/>
            <pc:sldMk cId="4141395659" sldId="262"/>
            <ac:spMk id="3" creationId="{0B10033C-2010-47FF-931A-2D75194E62D6}"/>
          </ac:spMkLst>
        </pc:spChg>
        <pc:spChg chg="mod">
          <ac:chgData name="Yousafi, Tahmina (Cognizant)" userId="2378ec7c-debc-458e-9fa5-663052db2aac" providerId="ADAL" clId="{66B5BED6-D2C8-48E9-8E19-E4543D060DF4}" dt="2021-07-29T21:08:40.497" v="973" actId="20577"/>
          <ac:spMkLst>
            <pc:docMk/>
            <pc:sldMk cId="4141395659" sldId="262"/>
            <ac:spMk id="4" creationId="{3B3B5BF9-CCCE-4B17-AFFF-C997F1F4CB58}"/>
          </ac:spMkLst>
        </pc:spChg>
        <pc:spChg chg="mod">
          <ac:chgData name="Yousafi, Tahmina (Cognizant)" userId="2378ec7c-debc-458e-9fa5-663052db2aac" providerId="ADAL" clId="{66B5BED6-D2C8-48E9-8E19-E4543D060DF4}" dt="2021-07-29T20:06:29.842" v="348" actId="20577"/>
          <ac:spMkLst>
            <pc:docMk/>
            <pc:sldMk cId="4141395659" sldId="262"/>
            <ac:spMk id="8" creationId="{EF09E7B1-2F0B-43FE-8FB2-3035E6D408E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975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60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68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68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8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45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4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49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B5034F4-F30F-4FC4-818B-39C229D8B4CB}" type="datetimeFigureOut">
              <a:rPr lang="en-US" smtClean="0"/>
              <a:t>7/29/2021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7E68A6-E7EF-4D5D-97EA-69D61219534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27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7676-A50F-4F43-9190-212432822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208" y="2534431"/>
            <a:ext cx="6353967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Photo website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186F1-267B-4261-B5B7-A1233868C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208" y="5667940"/>
            <a:ext cx="3267801" cy="1190060"/>
          </a:xfrm>
        </p:spPr>
        <p:txBody>
          <a:bodyPr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Tahmina Yousafi</a:t>
            </a:r>
          </a:p>
        </p:txBody>
      </p:sp>
    </p:spTree>
    <p:extLst>
      <p:ext uri="{BB962C8B-B14F-4D97-AF65-F5344CB8AC3E}">
        <p14:creationId xmlns:p14="http://schemas.microsoft.com/office/powerpoint/2010/main" val="3885819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E89E-5863-452A-BB1F-9C3365EB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D949-02CC-4C59-BAEC-B832DEED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Photos</a:t>
            </a:r>
          </a:p>
          <a:p>
            <a:r>
              <a:rPr lang="en-US" dirty="0"/>
              <a:t>iPhoto </a:t>
            </a:r>
          </a:p>
          <a:p>
            <a:r>
              <a:rPr lang="en-US" dirty="0"/>
              <a:t>Photos on Windows</a:t>
            </a:r>
          </a:p>
        </p:txBody>
      </p:sp>
    </p:spTree>
    <p:extLst>
      <p:ext uri="{BB962C8B-B14F-4D97-AF65-F5344CB8AC3E}">
        <p14:creationId xmlns:p14="http://schemas.microsoft.com/office/powerpoint/2010/main" val="414447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A12D-AF2D-4DA2-8AD0-51B0598D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754879" cy="1499616"/>
          </a:xfrm>
        </p:spPr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033C-2010-47FF-931A-2D75194E62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Typescript </a:t>
            </a:r>
          </a:p>
          <a:p>
            <a:r>
              <a:rPr lang="en-US" dirty="0"/>
              <a:t>React</a:t>
            </a:r>
          </a:p>
          <a:p>
            <a:r>
              <a:rPr lang="en-US" dirty="0"/>
              <a:t>Hooks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B5BF9-CCCE-4B17-AFFF-C997F1F4CB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Node Express </a:t>
            </a:r>
          </a:p>
          <a:p>
            <a:r>
              <a:rPr lang="en-US" dirty="0"/>
              <a:t>S3 buckets on AWS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F09E7B1-2F0B-43FE-8FB2-3035E6D408ED}"/>
              </a:ext>
            </a:extLst>
          </p:cNvPr>
          <p:cNvSpPr txBox="1">
            <a:spLocks/>
          </p:cNvSpPr>
          <p:nvPr/>
        </p:nvSpPr>
        <p:spPr>
          <a:xfrm>
            <a:off x="5989320" y="585216"/>
            <a:ext cx="475487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Backend</a:t>
            </a:r>
          </a:p>
        </p:txBody>
      </p:sp>
    </p:spTree>
    <p:extLst>
      <p:ext uri="{BB962C8B-B14F-4D97-AF65-F5344CB8AC3E}">
        <p14:creationId xmlns:p14="http://schemas.microsoft.com/office/powerpoint/2010/main" val="378042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6772-C48F-4343-B595-61C955F77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Scheme</a:t>
            </a:r>
          </a:p>
        </p:txBody>
      </p:sp>
      <p:pic>
        <p:nvPicPr>
          <p:cNvPr id="4" name="Picture 3" descr="Chart, treemap chart&#10;&#10;Description automatically generated">
            <a:extLst>
              <a:ext uri="{FF2B5EF4-FFF2-40B4-BE49-F238E27FC236}">
                <a16:creationId xmlns:a16="http://schemas.microsoft.com/office/drawing/2014/main" id="{117906EE-82EB-4AAB-A63C-3086DE2F5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338"/>
            <a:ext cx="12192000" cy="474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3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5D8F-BDE6-444C-AD84-6EAF8AA4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63" y="723912"/>
            <a:ext cx="9720072" cy="1499616"/>
          </a:xfrm>
        </p:spPr>
        <p:txBody>
          <a:bodyPr/>
          <a:lstStyle/>
          <a:p>
            <a:r>
              <a:rPr lang="en-US" dirty="0"/>
              <a:t>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4461-43D7-40A4-B1B3-23C1608E3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121327"/>
            <a:ext cx="9720073" cy="1499616"/>
          </a:xfrm>
        </p:spPr>
        <p:txBody>
          <a:bodyPr/>
          <a:lstStyle/>
          <a:p>
            <a:r>
              <a:rPr lang="en-US" dirty="0"/>
              <a:t>Logo: </a:t>
            </a:r>
            <a:r>
              <a:rPr lang="en-US" dirty="0" err="1"/>
              <a:t>Otomanopee</a:t>
            </a:r>
            <a:r>
              <a:rPr lang="en-US" dirty="0"/>
              <a:t> One</a:t>
            </a:r>
          </a:p>
          <a:p>
            <a:r>
              <a:rPr lang="en-US" dirty="0"/>
              <a:t>Headers: Poppins</a:t>
            </a:r>
          </a:p>
          <a:p>
            <a:r>
              <a:rPr lang="en-US" dirty="0"/>
              <a:t>Text: Roboto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1E0996-430C-4658-9A30-42BD9A3D8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5510720"/>
            <a:ext cx="9351768" cy="713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8BBD51-15EF-4504-9A82-9EAEA508C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9" y="4732234"/>
            <a:ext cx="9351768" cy="7160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648CE-38EB-4FF2-8EF7-1A532169A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3855729"/>
            <a:ext cx="9351768" cy="81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864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BE3D-0A3F-4F9E-B3BD-AAE544C00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3828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A12D-AF2D-4DA2-8AD0-51B0598D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754879" cy="1499616"/>
          </a:xfrm>
        </p:spPr>
        <p:txBody>
          <a:bodyPr/>
          <a:lstStyle/>
          <a:p>
            <a:r>
              <a:rPr lang="en-US" dirty="0"/>
              <a:t>Done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033C-2010-47FF-931A-2D75194E62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Many of the frontend pages, designs, and layouts</a:t>
            </a:r>
          </a:p>
          <a:p>
            <a:r>
              <a:rPr lang="en-US" dirty="0"/>
              <a:t>User interactions</a:t>
            </a:r>
          </a:p>
          <a:p>
            <a:r>
              <a:rPr lang="en-US" dirty="0"/>
              <a:t>Initial attempts at Node Express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B5BF9-CCCE-4B17-AFFF-C997F1F4CB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Connecting the pages, fixing links, good flow of website</a:t>
            </a:r>
          </a:p>
          <a:p>
            <a:r>
              <a:rPr lang="en-US" dirty="0"/>
              <a:t>Other frontend features (slideshows, albums, editing info)</a:t>
            </a:r>
          </a:p>
          <a:p>
            <a:r>
              <a:rPr lang="en-US" dirty="0"/>
              <a:t>Node Express</a:t>
            </a:r>
          </a:p>
          <a:p>
            <a:r>
              <a:rPr lang="en-US" dirty="0"/>
              <a:t>AWS connection</a:t>
            </a:r>
          </a:p>
          <a:p>
            <a:r>
              <a:rPr lang="en-US" dirty="0"/>
              <a:t>Uploading and storing images</a:t>
            </a:r>
          </a:p>
          <a:p>
            <a:r>
              <a:rPr lang="en-US" dirty="0"/>
              <a:t>Login</a:t>
            </a:r>
            <a:r>
              <a:rPr lang="en-US"/>
              <a:t>/Accounts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F09E7B1-2F0B-43FE-8FB2-3035E6D408ED}"/>
              </a:ext>
            </a:extLst>
          </p:cNvPr>
          <p:cNvSpPr txBox="1">
            <a:spLocks/>
          </p:cNvSpPr>
          <p:nvPr/>
        </p:nvSpPr>
        <p:spPr>
          <a:xfrm>
            <a:off x="5989320" y="585216"/>
            <a:ext cx="4754879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 do</a:t>
            </a:r>
          </a:p>
        </p:txBody>
      </p:sp>
    </p:spTree>
    <p:extLst>
      <p:ext uri="{BB962C8B-B14F-4D97-AF65-F5344CB8AC3E}">
        <p14:creationId xmlns:p14="http://schemas.microsoft.com/office/powerpoint/2010/main" val="4141395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203</TotalTime>
  <Words>91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Tw Cen MT</vt:lpstr>
      <vt:lpstr>Tw Cen MT Condensed</vt:lpstr>
      <vt:lpstr>Wingdings 3</vt:lpstr>
      <vt:lpstr>Integral</vt:lpstr>
      <vt:lpstr>Photo website</vt:lpstr>
      <vt:lpstr>Inspirations</vt:lpstr>
      <vt:lpstr>Frontend</vt:lpstr>
      <vt:lpstr>Color Scheme</vt:lpstr>
      <vt:lpstr>fonts</vt:lpstr>
      <vt:lpstr>Demo</vt:lpstr>
      <vt:lpstr>Done so far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website</dc:title>
  <dc:creator>Yousafi, Tahmina (Cognizant)</dc:creator>
  <cp:lastModifiedBy>Yousafi, Tahmina (Cognizant)</cp:lastModifiedBy>
  <cp:revision>1</cp:revision>
  <dcterms:created xsi:type="dcterms:W3CDTF">2021-07-29T17:44:51Z</dcterms:created>
  <dcterms:modified xsi:type="dcterms:W3CDTF">2021-07-29T21:08:42Z</dcterms:modified>
</cp:coreProperties>
</file>