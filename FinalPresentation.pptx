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1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005933-8B48-4F95-9583-1D94382489B5}" v="7" dt="2021-08-11T15:16:18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safi, Tahmina (Cognizant)" userId="2378ec7c-debc-458e-9fa5-663052db2aac" providerId="ADAL" clId="{24005933-8B48-4F95-9583-1D94382489B5}"/>
    <pc:docChg chg="undo custSel addSld modSld">
      <pc:chgData name="Yousafi, Tahmina (Cognizant)" userId="2378ec7c-debc-458e-9fa5-663052db2aac" providerId="ADAL" clId="{24005933-8B48-4F95-9583-1D94382489B5}" dt="2021-08-11T15:16:30.173" v="136" actId="1076"/>
      <pc:docMkLst>
        <pc:docMk/>
      </pc:docMkLst>
      <pc:sldChg chg="addSp delSp modSp mod setBg">
        <pc:chgData name="Yousafi, Tahmina (Cognizant)" userId="2378ec7c-debc-458e-9fa5-663052db2aac" providerId="ADAL" clId="{24005933-8B48-4F95-9583-1D94382489B5}" dt="2021-08-11T15:16:30.173" v="136" actId="1076"/>
        <pc:sldMkLst>
          <pc:docMk/>
          <pc:sldMk cId="915500608" sldId="257"/>
        </pc:sldMkLst>
        <pc:spChg chg="del">
          <ac:chgData name="Yousafi, Tahmina (Cognizant)" userId="2378ec7c-debc-458e-9fa5-663052db2aac" providerId="ADAL" clId="{24005933-8B48-4F95-9583-1D94382489B5}" dt="2021-08-11T15:13:30.712" v="0" actId="21"/>
          <ac:spMkLst>
            <pc:docMk/>
            <pc:sldMk cId="915500608" sldId="257"/>
            <ac:spMk id="2" creationId="{462B7901-5342-48E5-8157-88AE303EE9B3}"/>
          </ac:spMkLst>
        </pc:spChg>
        <pc:spChg chg="add del">
          <ac:chgData name="Yousafi, Tahmina (Cognizant)" userId="2378ec7c-debc-458e-9fa5-663052db2aac" providerId="ADAL" clId="{24005933-8B48-4F95-9583-1D94382489B5}" dt="2021-08-11T15:13:53.820" v="8" actId="931"/>
          <ac:spMkLst>
            <pc:docMk/>
            <pc:sldMk cId="915500608" sldId="257"/>
            <ac:spMk id="3" creationId="{32CC9013-A3B0-4CFD-AE50-9311C946E8B0}"/>
          </ac:spMkLst>
        </pc:spChg>
        <pc:spChg chg="add mod">
          <ac:chgData name="Yousafi, Tahmina (Cognizant)" userId="2378ec7c-debc-458e-9fa5-663052db2aac" providerId="ADAL" clId="{24005933-8B48-4F95-9583-1D94382489B5}" dt="2021-08-11T15:16:01.471" v="121" actId="122"/>
          <ac:spMkLst>
            <pc:docMk/>
            <pc:sldMk cId="915500608" sldId="257"/>
            <ac:spMk id="9" creationId="{F0AF6705-55E1-4D71-BD12-650F9CD04684}"/>
          </ac:spMkLst>
        </pc:spChg>
        <pc:spChg chg="add mod">
          <ac:chgData name="Yousafi, Tahmina (Cognizant)" userId="2378ec7c-debc-458e-9fa5-663052db2aac" providerId="ADAL" clId="{24005933-8B48-4F95-9583-1D94382489B5}" dt="2021-08-11T15:16:24.483" v="134" actId="1076"/>
          <ac:spMkLst>
            <pc:docMk/>
            <pc:sldMk cId="915500608" sldId="257"/>
            <ac:spMk id="10" creationId="{ED6CF68F-2302-470F-A80A-C2C8E3B4AF2B}"/>
          </ac:spMkLst>
        </pc:spChg>
        <pc:spChg chg="add mod">
          <ac:chgData name="Yousafi, Tahmina (Cognizant)" userId="2378ec7c-debc-458e-9fa5-663052db2aac" providerId="ADAL" clId="{24005933-8B48-4F95-9583-1D94382489B5}" dt="2021-08-11T15:16:23.420" v="133" actId="1076"/>
          <ac:spMkLst>
            <pc:docMk/>
            <pc:sldMk cId="915500608" sldId="257"/>
            <ac:spMk id="11" creationId="{5FE59BE1-3EC9-4F50-8A40-4B8F9928D1E2}"/>
          </ac:spMkLst>
        </pc:spChg>
        <pc:spChg chg="add mod">
          <ac:chgData name="Yousafi, Tahmina (Cognizant)" userId="2378ec7c-debc-458e-9fa5-663052db2aac" providerId="ADAL" clId="{24005933-8B48-4F95-9583-1D94382489B5}" dt="2021-08-11T15:16:29.585" v="135" actId="1076"/>
          <ac:spMkLst>
            <pc:docMk/>
            <pc:sldMk cId="915500608" sldId="257"/>
            <ac:spMk id="12" creationId="{924841B8-64E6-4A3A-B325-704EABD96E22}"/>
          </ac:spMkLst>
        </pc:spChg>
        <pc:spChg chg="add mod">
          <ac:chgData name="Yousafi, Tahmina (Cognizant)" userId="2378ec7c-debc-458e-9fa5-663052db2aac" providerId="ADAL" clId="{24005933-8B48-4F95-9583-1D94382489B5}" dt="2021-08-11T15:16:30.173" v="136" actId="1076"/>
          <ac:spMkLst>
            <pc:docMk/>
            <pc:sldMk cId="915500608" sldId="257"/>
            <ac:spMk id="13" creationId="{7E81558A-8EB8-4CFF-9927-823CDE780A9E}"/>
          </ac:spMkLst>
        </pc:spChg>
        <pc:picChg chg="add del mod">
          <ac:chgData name="Yousafi, Tahmina (Cognizant)" userId="2378ec7c-debc-458e-9fa5-663052db2aac" providerId="ADAL" clId="{24005933-8B48-4F95-9583-1D94382489B5}" dt="2021-08-11T15:13:48.228" v="7" actId="931"/>
          <ac:picMkLst>
            <pc:docMk/>
            <pc:sldMk cId="915500608" sldId="257"/>
            <ac:picMk id="5" creationId="{8CC90812-8DDC-4307-9660-7988FE81FB31}"/>
          </ac:picMkLst>
        </pc:picChg>
        <pc:picChg chg="add mod ord">
          <ac:chgData name="Yousafi, Tahmina (Cognizant)" userId="2378ec7c-debc-458e-9fa5-663052db2aac" providerId="ADAL" clId="{24005933-8B48-4F95-9583-1D94382489B5}" dt="2021-08-11T15:15:16.469" v="83" actId="1076"/>
          <ac:picMkLst>
            <pc:docMk/>
            <pc:sldMk cId="915500608" sldId="257"/>
            <ac:picMk id="7" creationId="{4C7D9524-CBE7-4439-A519-1901A53FDF52}"/>
          </ac:picMkLst>
        </pc:picChg>
      </pc:sldChg>
      <pc:sldChg chg="new">
        <pc:chgData name="Yousafi, Tahmina (Cognizant)" userId="2378ec7c-debc-458e-9fa5-663052db2aac" providerId="ADAL" clId="{24005933-8B48-4F95-9583-1D94382489B5}" dt="2021-08-11T15:15:29.197" v="85" actId="680"/>
        <pc:sldMkLst>
          <pc:docMk/>
          <pc:sldMk cId="4073933648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009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2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075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62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3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604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3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76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87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97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916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2628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2372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469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1879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8/11/2021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187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EC743F4-8769-40B4-85DF-6CB8DE9F66AA}" type="datetimeFigureOut">
              <a:rPr lang="en-US" smtClean="0"/>
              <a:pPr/>
              <a:t>8/11/2021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5178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753" r:id="rId13"/>
    <p:sldLayoutId id="2147483754" r:id="rId14"/>
    <p:sldLayoutId id="2147483755" r:id="rId15"/>
    <p:sldLayoutId id="2147483756" r:id="rId16"/>
    <p:sldLayoutId id="214748375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E5AE4-6652-456A-8079-842CFF06A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000" y="217735"/>
            <a:ext cx="4075200" cy="2226688"/>
          </a:xfrm>
        </p:spPr>
        <p:txBody>
          <a:bodyPr>
            <a:normAutofit/>
          </a:bodyPr>
          <a:lstStyle/>
          <a:p>
            <a:r>
              <a:rPr lang="en-US" b="1" dirty="0" err="1"/>
              <a:t>myPhotos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1D0EE-4860-465E-ADE6-C829990BC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0000" y="4345654"/>
            <a:ext cx="4075200" cy="2070001"/>
          </a:xfrm>
        </p:spPr>
        <p:txBody>
          <a:bodyPr>
            <a:normAutofit/>
          </a:bodyPr>
          <a:lstStyle/>
          <a:p>
            <a:r>
              <a:rPr lang="en-US" sz="3600" dirty="0"/>
              <a:t>Tahmina Yousafi</a:t>
            </a:r>
          </a:p>
        </p:txBody>
      </p:sp>
      <p:pic>
        <p:nvPicPr>
          <p:cNvPr id="4" name="Picture 3" descr="Abstract red geometric pattern">
            <a:extLst>
              <a:ext uri="{FF2B5EF4-FFF2-40B4-BE49-F238E27FC236}">
                <a16:creationId xmlns:a16="http://schemas.microsoft.com/office/drawing/2014/main" id="{CFD602D2-6B78-423D-A8C1-7DF05AF6F5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46" r="35368" b="-2"/>
          <a:stretch/>
        </p:blipFill>
        <p:spPr>
          <a:xfrm>
            <a:off x="6080462" y="6306"/>
            <a:ext cx="61115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707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Graphical user interface&#10;&#10;Description automatically generated">
            <a:extLst>
              <a:ext uri="{FF2B5EF4-FFF2-40B4-BE49-F238E27FC236}">
                <a16:creationId xmlns:a16="http://schemas.microsoft.com/office/drawing/2014/main" id="{4C7D9524-CBE7-4439-A519-1901A53F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030" y="186143"/>
            <a:ext cx="10094495" cy="6485713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FE59BE1-3EC9-4F50-8A40-4B8F9928D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279" y="1543163"/>
            <a:ext cx="1828572" cy="3819115"/>
          </a:xfrm>
          <a:solidFill>
            <a:srgbClr val="821BAB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Activities </a:t>
            </a:r>
          </a:p>
          <a:p>
            <a:r>
              <a:rPr lang="en-US" dirty="0" err="1"/>
              <a:t>nskjdskjcns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AF6705-55E1-4D71-BD12-650F9CD04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279" y="86896"/>
            <a:ext cx="10131425" cy="1456267"/>
          </a:xfrm>
        </p:spPr>
        <p:txBody>
          <a:bodyPr/>
          <a:lstStyle/>
          <a:p>
            <a:pPr algn="ctr"/>
            <a:r>
              <a:rPr lang="en-US" dirty="0"/>
              <a:t>Business Model Canvas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ED6CF68F-2302-470F-A80A-C2C8E3B4AF2B}"/>
              </a:ext>
            </a:extLst>
          </p:cNvPr>
          <p:cNvSpPr txBox="1">
            <a:spLocks/>
          </p:cNvSpPr>
          <p:nvPr/>
        </p:nvSpPr>
        <p:spPr>
          <a:xfrm>
            <a:off x="4784905" y="2197952"/>
            <a:ext cx="1828572" cy="3819115"/>
          </a:xfrm>
          <a:prstGeom prst="rect">
            <a:avLst/>
          </a:prstGeom>
          <a:solidFill>
            <a:srgbClr val="821BAB"/>
          </a:solidFill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Key Activities </a:t>
            </a:r>
          </a:p>
          <a:p>
            <a:r>
              <a:rPr lang="en-US" dirty="0" err="1"/>
              <a:t>nskjdskjcns</a:t>
            </a:r>
            <a:endParaRPr lang="en-US" dirty="0"/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24841B8-64E6-4A3A-B325-704EABD96E22}"/>
              </a:ext>
            </a:extLst>
          </p:cNvPr>
          <p:cNvSpPr txBox="1">
            <a:spLocks/>
          </p:cNvSpPr>
          <p:nvPr/>
        </p:nvSpPr>
        <p:spPr>
          <a:xfrm>
            <a:off x="7478522" y="2105416"/>
            <a:ext cx="1828572" cy="3819115"/>
          </a:xfrm>
          <a:prstGeom prst="rect">
            <a:avLst/>
          </a:prstGeom>
          <a:solidFill>
            <a:srgbClr val="821BAB"/>
          </a:solidFill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Key Activities </a:t>
            </a:r>
          </a:p>
          <a:p>
            <a:r>
              <a:rPr lang="en-US"/>
              <a:t>nskjdskjcns</a:t>
            </a:r>
            <a:endParaRPr lang="en-US" dirty="0"/>
          </a:p>
        </p:txBody>
      </p:sp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7E81558A-8EB8-4CFF-9927-823CDE780A9E}"/>
              </a:ext>
            </a:extLst>
          </p:cNvPr>
          <p:cNvSpPr txBox="1">
            <a:spLocks/>
          </p:cNvSpPr>
          <p:nvPr/>
        </p:nvSpPr>
        <p:spPr>
          <a:xfrm>
            <a:off x="10172139" y="1722195"/>
            <a:ext cx="1828572" cy="3819115"/>
          </a:xfrm>
          <a:prstGeom prst="rect">
            <a:avLst/>
          </a:prstGeom>
          <a:solidFill>
            <a:srgbClr val="821BAB"/>
          </a:solidFill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Key Activities </a:t>
            </a:r>
          </a:p>
          <a:p>
            <a:r>
              <a:rPr lang="en-US"/>
              <a:t>nskjdskjcns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500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7066A-6A35-4CCC-A75C-0E20EE4FA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2D0EC-CEE4-4EDF-B69B-56271F5BC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336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5</TotalTime>
  <Words>18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Celestial</vt:lpstr>
      <vt:lpstr>myPhotos</vt:lpstr>
      <vt:lpstr>Business Model Canvas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myPhotos</dc:title>
  <dc:creator>Yousafi, Tahmina (Cognizant)</dc:creator>
  <cp:lastModifiedBy>Yousafi, Tahmina (Cognizant)</cp:lastModifiedBy>
  <cp:revision>2</cp:revision>
  <dcterms:created xsi:type="dcterms:W3CDTF">2021-08-06T16:18:48Z</dcterms:created>
  <dcterms:modified xsi:type="dcterms:W3CDTF">2021-08-11T15:16:31Z</dcterms:modified>
</cp:coreProperties>
</file>